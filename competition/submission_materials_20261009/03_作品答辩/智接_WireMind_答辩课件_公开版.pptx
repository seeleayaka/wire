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9a4e98afc44d25" /><Relationship Type="http://schemas.openxmlformats.org/officeDocument/2006/relationships/extended-properties" Target="/docProps/app.xml" Id="Rb8971153165e4e6a" /><Relationship Type="http://schemas.openxmlformats.org/officeDocument/2006/relationships/officeDocument" Target="/ppt/presentation.xml" Id="Rae985c77d844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b88c82eaa4c3b"/>
  </p:sldMasterIdLst>
  <p:notesMasterIdLst>
    <p:notesMasterId xmlns:r="http://schemas.openxmlformats.org/officeDocument/2006/relationships" r:id="R0abaaf06dc31418d"/>
  </p:notesMasterIdLst>
  <p:sldIdLst>
    <p:sldId xmlns:r="http://schemas.openxmlformats.org/officeDocument/2006/relationships" id="256" r:id="Re1b604e64e064a44"/>
    <p:sldId xmlns:r="http://schemas.openxmlformats.org/officeDocument/2006/relationships" id="257" r:id="R86973f2601294617"/>
    <p:sldId xmlns:r="http://schemas.openxmlformats.org/officeDocument/2006/relationships" id="258" r:id="R5f1b21a52e1e41ea"/>
    <p:sldId xmlns:r="http://schemas.openxmlformats.org/officeDocument/2006/relationships" id="259" r:id="R6a0f39a0cbca4619"/>
    <p:sldId xmlns:r="http://schemas.openxmlformats.org/officeDocument/2006/relationships" id="260" r:id="R93b7d5fc98d841fd"/>
    <p:sldId xmlns:r="http://schemas.openxmlformats.org/officeDocument/2006/relationships" id="261" r:id="R83836fb4f2df4e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9f41bb8c5949ca" /><Relationship Type="http://schemas.openxmlformats.org/officeDocument/2006/relationships/slideMaster" Target="/ppt/slideMasters/slideMaster1.xml" Id="Rb6fb88c82eaa4c3b" /><Relationship Type="http://schemas.openxmlformats.org/officeDocument/2006/relationships/notesMaster" Target="/ppt/notesMasters/notesMaster1.xml" Id="R0abaaf06dc31418d" /><Relationship Type="http://schemas.openxmlformats.org/officeDocument/2006/relationships/presProps" Target="/ppt/presProps.xml" Id="Rd263a6af3e2642c6" /><Relationship Type="http://schemas.openxmlformats.org/officeDocument/2006/relationships/tableStyles" Target="/ppt/tableStyles.xml" Id="Re0c08ad07d6146d4" /><Relationship Type="http://schemas.openxmlformats.org/officeDocument/2006/relationships/slide" Target="/ppt/slides/slide1.xml" Id="Re1b604e64e064a44" /><Relationship Type="http://schemas.openxmlformats.org/officeDocument/2006/relationships/slide" Target="/ppt/slides/slide2.xml" Id="R86973f2601294617" /><Relationship Type="http://schemas.openxmlformats.org/officeDocument/2006/relationships/slide" Target="/ppt/slides/slide3.xml" Id="R5f1b21a52e1e41ea" /><Relationship Type="http://schemas.openxmlformats.org/officeDocument/2006/relationships/slide" Target="/ppt/slides/slide4.xml" Id="R6a0f39a0cbca4619" /><Relationship Type="http://schemas.openxmlformats.org/officeDocument/2006/relationships/slide" Target="/ppt/slides/slide5.xml" Id="R93b7d5fc98d841fd" /><Relationship Type="http://schemas.openxmlformats.org/officeDocument/2006/relationships/slide" Target="/ppt/slides/slide6.xml" Id="R83836fb4f2df4e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62a63b20d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3421068a44cd9" /><Relationship Type="http://schemas.openxmlformats.org/officeDocument/2006/relationships/notesMaster" Target="/ppt/notesMasters/notesMaster1.xml" Id="R0dcf60b5186943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31d7873c54927" /><Relationship Type="http://schemas.openxmlformats.org/officeDocument/2006/relationships/notesMaster" Target="/ppt/notesMasters/notesMaster1.xml" Id="R192ae1f9e38a46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94edb22e98414a" /><Relationship Type="http://schemas.openxmlformats.org/officeDocument/2006/relationships/notesMaster" Target="/ppt/notesMasters/notesMaster1.xml" Id="R6625d2f0f2ea47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39f7178884d57" /><Relationship Type="http://schemas.openxmlformats.org/officeDocument/2006/relationships/notesMaster" Target="/ppt/notesMasters/notesMaster1.xml" Id="R4a193788b1224f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3203a9f83043af" /><Relationship Type="http://schemas.openxmlformats.org/officeDocument/2006/relationships/notesMaster" Target="/ppt/notesMasters/notesMaster1.xml" Id="R6ebcc4763ccc44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3d4ed528da4ae1" /><Relationship Type="http://schemas.openxmlformats.org/officeDocument/2006/relationships/notesMaster" Target="/ppt/notesMasters/notesMaster1.xml" Id="R53d579b6d9fa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比赛材料公开版不包含私人机柜照片。完整本机答辩课件另存。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正式视觉主线与可选云端入口分开。本地候选不因云端建议而删除。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实际Qt设置控件截图。未运行SAM，无接口调用，不展示密钥。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来源tight_mosaic_thinking_low_cloud_20261009/result.json，20.750秒，实际有思考字段。两个候选为同一案例；不代表现场准确率或电气导通验收。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团队贡献为工具编排、证据门控、界面、复核任务和报告逻辑；预训练模型注明出处。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个人信息、签字、AI比例和实录视频由团队补齐。公开材料省略私人照片；模型从原Release恢复。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d5de586874c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5db4e240642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6d4c45a5849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97005c69a43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64b76116d40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3df0b16fd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C18906-3BD9-4BF2-BA29-59FEDAA41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490999-0668-407F-8271-79FB02F5E5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D26B5E-268C-4A03-8D52-591E9467F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860C5C-5693-4ADD-86AB-0065969630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8BA986-9D1B-443E-81C5-C63AD99B7B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794CBD-791B-48B8-B9DE-9066E37A13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5CA64B-A787-4862-ACB0-267F2DA2F6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2BE666-BF89-4351-9943-C27D0E9C09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94EA8A-9903-4BC4-8563-F5F199F3A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565EE-8A88-4D4E-AE72-106E3169A2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bcb3b689640a9" /><Relationship Type="http://schemas.openxmlformats.org/officeDocument/2006/relationships/slideLayout" Target="/ppt/slideLayouts/slideLayout1.xml" Id="R82ba5e0a87474c59" /><Relationship Type="http://schemas.openxmlformats.org/officeDocument/2006/relationships/slideLayout" Target="/ppt/slideLayouts/slideLayout2.xml" Id="Rb9ce3327d04e46f4" /><Relationship Type="http://schemas.openxmlformats.org/officeDocument/2006/relationships/slideLayout" Target="/ppt/slideLayouts/slideLayout3.xml" Id="Re38218ca75ae42b7" /><Relationship Type="http://schemas.openxmlformats.org/officeDocument/2006/relationships/slideLayout" Target="/ppt/slideLayouts/slideLayout4.xml" Id="R4e691ad88fbf4cbb" /><Relationship Type="http://schemas.openxmlformats.org/officeDocument/2006/relationships/slideLayout" Target="/ppt/slideLayouts/slideLayout5.xml" Id="R07e041b10d9d4bd6" /><Relationship Type="http://schemas.openxmlformats.org/officeDocument/2006/relationships/slideLayout" Target="/ppt/slideLayouts/slideLayout6.xml" Id="Rd47360bb3402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ba5e0a87474c59"/>
    <p:sldLayoutId xmlns:r="http://schemas.openxmlformats.org/officeDocument/2006/relationships" id="2147483650" r:id="Rb9ce3327d04e46f4"/>
    <p:sldLayoutId xmlns:r="http://schemas.openxmlformats.org/officeDocument/2006/relationships" id="2147483651" r:id="Re38218ca75ae42b7"/>
    <p:sldLayoutId xmlns:r="http://schemas.openxmlformats.org/officeDocument/2006/relationships" id="2147483652" r:id="R4e691ad88fbf4cbb"/>
    <p:sldLayoutId xmlns:r="http://schemas.openxmlformats.org/officeDocument/2006/relationships" id="2147483653" r:id="R07e041b10d9d4bd6"/>
    <p:sldLayoutId xmlns:r="http://schemas.openxmlformats.org/officeDocument/2006/relationships" id="2147483654" r:id="Rd47360bb3402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ec403c2e84d4a" /><Relationship Type="http://schemas.openxmlformats.org/officeDocument/2006/relationships/notesSlide" Target="/ppt/notesSlides/notesSlide1.xml" Id="R8be9db4031ac44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e3116bbb24efc" /><Relationship Type="http://schemas.openxmlformats.org/officeDocument/2006/relationships/notesSlide" Target="/ppt/notesSlides/notesSlide2.xml" Id="R2d22d7c485d9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aa31060c8475d" /><Relationship Type="http://schemas.openxmlformats.org/officeDocument/2006/relationships/image" Target="/ppt/media/image.png" Id="R6c64dd8fc59e48ba" /><Relationship Type="http://schemas.openxmlformats.org/officeDocument/2006/relationships/notesSlide" Target="/ppt/notesSlides/notesSlide3.xml" Id="Rd1baa00792164f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2099f59844c05" /><Relationship Type="http://schemas.openxmlformats.org/officeDocument/2006/relationships/notesSlide" Target="/ppt/notesSlides/notesSlide4.xml" Id="Rdb3ffa58d0e84e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54c6d65bf48f7" /><Relationship Type="http://schemas.openxmlformats.org/officeDocument/2006/relationships/notesSlide" Target="/ppt/notesSlides/notesSlide5.xml" Id="Rff683d4358544a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9620b62804deb" /><Relationship Type="http://schemas.openxmlformats.org/officeDocument/2006/relationships/notesSlide" Target="/ppt/notesSlides/notesSlide6.xml" Id="R46827569be5c46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52DB-1B23-4A26-8E2D-1D3B2A6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智接 WireMind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71856-ADF1-4B78-8D29-A460912F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电气装配辅助复核智能体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CF1DB-8B0A-4E80-8568-0F85859A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本地视觉定位，可控云端推理</a:t>
            </a:r>
          </a:p>
          <a:p xmlns:a="http://schemas.openxmlformats.org/drawingml/2006/main">
            <a:pPr>
              <a:defRPr sz="24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逐框说明与复检记录保留证据来源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18A0B-62E6-4DB0-9621-B0A70C8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人工智能及应用大类  智能体应用赛道</a:t>
            </a:r>
          </a:p>
        </p:txBody>
      </p:sp>
    </p:spTree>
    <p:extLst>
      <p:ext uri="{BB962C8B-B14F-4D97-AF65-F5344CB8AC3E}">
        <p14:creationId xmlns:p14="http://schemas.microsoft.com/office/powerpoint/2010/main" val="2051227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DF102-10DF-4B06-A572-D1CB0F3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本地视觉与云端协同复核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932BD-BEAB-4CEA-A430-BB7F22D4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本地视觉负责定位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BB39-6FFB-4A85-9E2F-06C022AB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参考照片配准  DINO局部特征  SAM可见线材证据</a:t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输入和复核区域绑定，输出可检查的变化候选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F9A93-5CC9-4195-9D28-76A18592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云端推理组织核查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A2F69-5DDA-4E32-93FC-46E613F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逐框观察、优先级建议与补证问题</a:t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本地证据审核建议，操作者结合原图记录结论</a:t>
            </a:r>
          </a:p>
        </p:txBody>
      </p:sp>
    </p:spTree>
    <p:extLst>
      <p:ext uri="{BB962C8B-B14F-4D97-AF65-F5344CB8AC3E}">
        <p14:creationId xmlns:p14="http://schemas.microsoft.com/office/powerpoint/2010/main" val="1295699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18A6D-AE15-4B85-8381-03D498D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按需启用的云端设置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8EC0E-CEA7-4278-9FAB-61E2A88FE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4dd8fc59e48ba"/>
          <a:stretch xmlns:a="http://schemas.openxmlformats.org/drawingml/2006/main"/>
        </p:blipFill>
        <p:spPr>
          <a:xfrm xmlns:a="http://schemas.openxmlformats.org/drawingml/2006/main">
            <a:off x="1035652" y="1476375"/>
            <a:ext cx="2824547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BE191-AE57-414E-914A-4763CA6F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097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启用后才展开设置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DB22E-AD1B-40B7-960A-916C4A9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647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密钥本机记忆，源码与报告不携带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四档思考强度，轻量为默认推荐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纯掩膜与脱敏局部图可选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仅手动确认后发送，失败保留本地结果</a:t>
            </a:r>
          </a:p>
        </p:txBody>
      </p:sp>
    </p:spTree>
    <p:extLst>
      <p:ext uri="{BB962C8B-B14F-4D97-AF65-F5344CB8AC3E}">
        <p14:creationId xmlns:p14="http://schemas.microsoft.com/office/powerpoint/2010/main" val="1471970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8BEE9-85F5-4FC0-A837-696F63F9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同图轻量思考的真实结果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95D85-4C2B-4353-A462-F5F5F8AC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20.75秒返回逐框建议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D65C3-1422-40E5-A6A5-AB30F385955A}"/>
              </a:ext>
            </a:extLst>
          </p:cNvPr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5010150"/>
                <a:gridCol w="2905125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具体可见观察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复核优先级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candidate_001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浅色导线向下弧形延伸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candidate_002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黄绿色导线及末端金属环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ABA4-98D3-4B2D-BF1E-24721B3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同案例视觉解释改善；原候选与检测结论保持不变</a:t>
            </a:r>
          </a:p>
        </p:txBody>
      </p:sp>
    </p:spTree>
    <p:extLst>
      <p:ext uri="{BB962C8B-B14F-4D97-AF65-F5344CB8AC3E}">
        <p14:creationId xmlns:p14="http://schemas.microsoft.com/office/powerpoint/2010/main" val="824707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F8973-9457-4548-89D5-EEF661E6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作品创新与应用价值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612B2-DC76-41A4-8E61-4C92D20F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多模型协同定位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9C9F6-4CBE-40DE-965E-4DBB1735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811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配准、局部特征与可见线材证据融合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C457D-F3FA-4B30-9177-403228FA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双路径隐私输入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FD8FE-9718-4309-AD05-583361A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574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纯掩膜或经检查的脱敏局部图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FE8E9-5ED5-4A03-B137-8128C4D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可控推理与分级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8A962-833C-4931-B674-1E09A942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337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思考强度可选，等级建议经过本地证据审核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53A77-FCF6-4610-B8D8-A729DE7B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连接补证闭环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D831E-7671-4F05-A5CF-5729E566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00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可见端点关系、定点补拍与人工确认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09E47-162A-49ED-B40C-AE92FABD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全过程证据追溯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45230-FAE0-42BC-86D9-CECEEB01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863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输入绑定、核查记录及新照片复检关联</a:t>
            </a:r>
          </a:p>
        </p:txBody>
      </p:sp>
    </p:spTree>
    <p:extLst>
      <p:ext uri="{BB962C8B-B14F-4D97-AF65-F5344CB8AC3E}">
        <p14:creationId xmlns:p14="http://schemas.microsoft.com/office/powerpoint/2010/main" val="1141224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1060E-B588-4A5B-BD85-F98159A9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部署与比赛交付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2744C-A2BB-4729-9019-2EC70546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启动大模型复核版.bat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EC259-5B7D-4E8B-B0AB-736683A6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先恢复模型与Python环境，再勾选DeepSeek开关</a:t>
            </a:r>
          </a:p>
          <a:p xmlns:a="http://schemas.openxmlformats.org/drawingml/2006/main">
            <a:pPr>
              <a:defRPr sz="22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保存本机密钥，完成检测后选择输入并确认发送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3E2C0-D817-448C-A03E-6F242B76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代码、说明文档与完整模型备份分开管理</a:t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公开材料不包含私人照片或密钥</a:t>
            </a:r>
          </a:p>
        </p:txBody>
      </p:sp>
    </p:spTree>
    <p:extLst>
      <p:ext uri="{BB962C8B-B14F-4D97-AF65-F5344CB8AC3E}">
        <p14:creationId xmlns:p14="http://schemas.microsoft.com/office/powerpoint/2010/main" val="101495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2026-10-09T02:59:30.7880000Z</dcterms:created>
  <dcterms:modified xsi:type="dcterms:W3CDTF">2026-10-09T02:59:30.7880000Z</dcterms:modified>
</coreProperties>
</file>