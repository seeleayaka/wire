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e133c1d1ee48d4" /><Relationship Type="http://schemas.openxmlformats.org/officeDocument/2006/relationships/extended-properties" Target="/docProps/app.xml" Id="Rf69902d3e28d415d" /><Relationship Type="http://schemas.openxmlformats.org/officeDocument/2006/relationships/officeDocument" Target="/ppt/presentation.xml" Id="Rb58ad588ed57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0a17900bf4119"/>
  </p:sldMasterIdLst>
  <p:notesMasterIdLst>
    <p:notesMasterId xmlns:r="http://schemas.openxmlformats.org/officeDocument/2006/relationships" r:id="Rb59395f0e10f487d"/>
  </p:notesMasterIdLst>
  <p:sldIdLst>
    <p:sldId xmlns:r="http://schemas.openxmlformats.org/officeDocument/2006/relationships" id="256" r:id="R26a79529d12b43ae"/>
    <p:sldId xmlns:r="http://schemas.openxmlformats.org/officeDocument/2006/relationships" id="257" r:id="Rff0f336245c14580"/>
    <p:sldId xmlns:r="http://schemas.openxmlformats.org/officeDocument/2006/relationships" id="258" r:id="Rac0ffcea6a724b3e"/>
    <p:sldId xmlns:r="http://schemas.openxmlformats.org/officeDocument/2006/relationships" id="259" r:id="R5d25dd4dbd384144"/>
    <p:sldId xmlns:r="http://schemas.openxmlformats.org/officeDocument/2006/relationships" id="260" r:id="R9f24c79f19a54495"/>
    <p:sldId xmlns:r="http://schemas.openxmlformats.org/officeDocument/2006/relationships" id="261" r:id="Rcadb5a15387e42a5"/>
    <p:sldId xmlns:r="http://schemas.openxmlformats.org/officeDocument/2006/relationships" id="262" r:id="R885ab414713846dc"/>
    <p:sldId xmlns:r="http://schemas.openxmlformats.org/officeDocument/2006/relationships" id="263" r:id="R3412c737ba414e84"/>
    <p:sldId xmlns:r="http://schemas.openxmlformats.org/officeDocument/2006/relationships" id="264" r:id="R376fc51e987942f6"/>
    <p:sldId xmlns:r="http://schemas.openxmlformats.org/officeDocument/2006/relationships" id="265" r:id="Refa4ba64decb49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6b4de64b2b4f45" /><Relationship Type="http://schemas.openxmlformats.org/officeDocument/2006/relationships/slideMaster" Target="/ppt/slideMasters/slideMaster1.xml" Id="Re2a0a17900bf4119" /><Relationship Type="http://schemas.openxmlformats.org/officeDocument/2006/relationships/notesMaster" Target="/ppt/notesMasters/notesMaster1.xml" Id="Rb59395f0e10f487d" /><Relationship Type="http://schemas.openxmlformats.org/officeDocument/2006/relationships/presProps" Target="/ppt/presProps.xml" Id="Rd34c551309ca4115" /><Relationship Type="http://schemas.openxmlformats.org/officeDocument/2006/relationships/tableStyles" Target="/ppt/tableStyles.xml" Id="R39306cce3a234e67" /><Relationship Type="http://schemas.openxmlformats.org/officeDocument/2006/relationships/slide" Target="/ppt/slides/slide1.xml" Id="R26a79529d12b43ae" /><Relationship Type="http://schemas.openxmlformats.org/officeDocument/2006/relationships/slide" Target="/ppt/slides/slide2.xml" Id="Rff0f336245c14580" /><Relationship Type="http://schemas.openxmlformats.org/officeDocument/2006/relationships/slide" Target="/ppt/slides/slide3.xml" Id="Rac0ffcea6a724b3e" /><Relationship Type="http://schemas.openxmlformats.org/officeDocument/2006/relationships/slide" Target="/ppt/slides/slide4.xml" Id="R5d25dd4dbd384144" /><Relationship Type="http://schemas.openxmlformats.org/officeDocument/2006/relationships/slide" Target="/ppt/slides/slide5.xml" Id="R9f24c79f19a54495" /><Relationship Type="http://schemas.openxmlformats.org/officeDocument/2006/relationships/slide" Target="/ppt/slides/slide6.xml" Id="Rcadb5a15387e42a5" /><Relationship Type="http://schemas.openxmlformats.org/officeDocument/2006/relationships/slide" Target="/ppt/slides/slide7.xml" Id="R885ab414713846dc" /><Relationship Type="http://schemas.openxmlformats.org/officeDocument/2006/relationships/slide" Target="/ppt/slides/slide8.xml" Id="R3412c737ba414e84" /><Relationship Type="http://schemas.openxmlformats.org/officeDocument/2006/relationships/slide" Target="/ppt/slides/slide9.xml" Id="R376fc51e987942f6" /><Relationship Type="http://schemas.openxmlformats.org/officeDocument/2006/relationships/slide" Target="/ppt/slides/slide10.xml" Id="Refa4ba64decb49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778fad8e554a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aa0f53c7684aed" /><Relationship Type="http://schemas.openxmlformats.org/officeDocument/2006/relationships/notesMaster" Target="/ppt/notesMasters/notesMaster1.xml" Id="Rd0d047211288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b60c9d39824098" /><Relationship Type="http://schemas.openxmlformats.org/officeDocument/2006/relationships/notesMaster" Target="/ppt/notesMasters/notesMaster1.xml" Id="R2cb5ab5630544c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f63c8f19234c3f" /><Relationship Type="http://schemas.openxmlformats.org/officeDocument/2006/relationships/notesMaster" Target="/ppt/notesMasters/notesMaster1.xml" Id="R782d2658fbc64b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bae89b8a54bb2" /><Relationship Type="http://schemas.openxmlformats.org/officeDocument/2006/relationships/notesMaster" Target="/ppt/notesMasters/notesMaster1.xml" Id="R5b157d0096f54f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46feb5e08942d3" /><Relationship Type="http://schemas.openxmlformats.org/officeDocument/2006/relationships/notesMaster" Target="/ppt/notesMasters/notesMaster1.xml" Id="R4e2d65b5762749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6d9d45f47646cd" /><Relationship Type="http://schemas.openxmlformats.org/officeDocument/2006/relationships/notesMaster" Target="/ppt/notesMasters/notesMaster1.xml" Id="R4e68c3880ccb41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1ea06b93064bc8" /><Relationship Type="http://schemas.openxmlformats.org/officeDocument/2006/relationships/notesMaster" Target="/ppt/notesMasters/notesMaster1.xml" Id="R86669dd4a63944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5799a9bccd4371" /><Relationship Type="http://schemas.openxmlformats.org/officeDocument/2006/relationships/notesMaster" Target="/ppt/notesMasters/notesMaster1.xml" Id="Rcc9d3fa6d2d740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41fa5d527d4573" /><Relationship Type="http://schemas.openxmlformats.org/officeDocument/2006/relationships/notesMaster" Target="/ppt/notesMasters/notesMaster1.xml" Id="R29a059be8bc941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0e31594b0d47c5" /><Relationship Type="http://schemas.openxmlformats.org/officeDocument/2006/relationships/notesMaster" Target="/ppt/notesMasters/notesMaster1.xml" Id="R602158e3c3a642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2026年第三届全国大学生数智链应用大赛。学校、队长、教师由团队本人填写。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需求来自同设备参考图对照。本作品用于辅助复核，未提供现场效率或跨机柜精度数据。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来源：正式视觉模块与任务流程。流程图展示机器视觉与人工确认分工；可选云端逐框模块为独立试验入口。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来源：artifacts/local_performance_fresh_20261007/cabinet_2/result.json及其sam3_fusion_boxes.jpg。完整原图推理828.72秒，2候选，待检素材为生成变体，非现场故障真值。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来源：cabinet4_right1_fresh_20261008实际result.json与完整融合叠图；同图控制0候选，right1换角度3候选，1221.67秒。结果不等同于已确认电气误报。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来源：output/playwright/human_bundle_recheck_20261007_competition_bound_20261008/ready.png。浏览器软件回归截图，独立人工补证入口，复用历史取证，与正式桌面分开管理。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tight_mosaic_thinking_low_cloud_20261009/result.json。相同两个脱敏局部图，实际开启轻量思考，20.75秒返回；两框均visible_change/medium/high。一次案例复核不是现场准确率或电气导通验收。新窗口提供启用开关、四档思考强度和本机密钥保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来源：提交材料08_过程记录/测试证据索引.json与mendeley_bundle_native_replay_20261008/report.json。10例原图新推理和30例历史SAM回放分开统计，无现场电气GT，不报告跨机柜精确率/召回率。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依据：配准、DINO与SAM融合，独立连接补证，真实逐框掩膜接口，输入绑定与优先级门控，报告和任务关联。不将预训练模型称为团队原创。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交付包括报告、概要表、答辩课件、源码、部署和模型恢复说明、过程测试记录。个人信息、真实签字、AI比例和实录MP4由团队补齐。正式视觉、连接补证和逐框试验入口分别验收。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4ae1dac4c446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9d6e635e64c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6e4c45b1646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c00ba1b704ea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1bd23ea1d24d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edcac9bb8048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91A84D-E787-4C41-A4AF-46D01695A0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D09948-726F-4E19-A7E7-4B2219FFFA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AAFF356-708B-4F0A-969F-8C56E007DB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FC96EA-3E67-4DAE-BCA5-684FB0E7FA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09E5E1-FC49-432D-BDF6-DAE10B40DB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26A405-CBD3-4DD8-B028-1734E0CF81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F95703-6634-4C41-A2B9-24A1C6172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7039A2-859A-49DA-8938-5497DEDE12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69F24C-0799-469E-84BC-B6F8E05B3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5E92BC-9C36-4619-B503-80B7E0F139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897a041bd24e00" /><Relationship Type="http://schemas.openxmlformats.org/officeDocument/2006/relationships/slideLayout" Target="/ppt/slideLayouts/slideLayout1.xml" Id="R5df85e7f759e42c4" /><Relationship Type="http://schemas.openxmlformats.org/officeDocument/2006/relationships/slideLayout" Target="/ppt/slideLayouts/slideLayout2.xml" Id="R35e01318317b425c" /><Relationship Type="http://schemas.openxmlformats.org/officeDocument/2006/relationships/slideLayout" Target="/ppt/slideLayouts/slideLayout3.xml" Id="R40023c92e5984f55" /><Relationship Type="http://schemas.openxmlformats.org/officeDocument/2006/relationships/slideLayout" Target="/ppt/slideLayouts/slideLayout4.xml" Id="R0c32e1acac45442a" /><Relationship Type="http://schemas.openxmlformats.org/officeDocument/2006/relationships/slideLayout" Target="/ppt/slideLayouts/slideLayout5.xml" Id="R614f61f676934107" /><Relationship Type="http://schemas.openxmlformats.org/officeDocument/2006/relationships/slideLayout" Target="/ppt/slideLayouts/slideLayout6.xml" Id="Re8adc0a4924d4a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85e7f759e42c4"/>
    <p:sldLayoutId xmlns:r="http://schemas.openxmlformats.org/officeDocument/2006/relationships" id="2147483650" r:id="R35e01318317b425c"/>
    <p:sldLayoutId xmlns:r="http://schemas.openxmlformats.org/officeDocument/2006/relationships" id="2147483651" r:id="R40023c92e5984f55"/>
    <p:sldLayoutId xmlns:r="http://schemas.openxmlformats.org/officeDocument/2006/relationships" id="2147483652" r:id="R0c32e1acac45442a"/>
    <p:sldLayoutId xmlns:r="http://schemas.openxmlformats.org/officeDocument/2006/relationships" id="2147483653" r:id="R614f61f676934107"/>
    <p:sldLayoutId xmlns:r="http://schemas.openxmlformats.org/officeDocument/2006/relationships" id="2147483654" r:id="Re8adc0a4924d4a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ecd3bde0c148c0" /><Relationship Type="http://schemas.openxmlformats.org/officeDocument/2006/relationships/notesSlide" Target="/ppt/notesSlides/notesSlide1.xml" Id="R05468cdfe19b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315b536004092" /><Relationship Type="http://schemas.openxmlformats.org/officeDocument/2006/relationships/notesSlide" Target="/ppt/notesSlides/notesSlide2.xml" Id="R3dda6f01d14f49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2f9a7e3724c71" /><Relationship Type="http://schemas.openxmlformats.org/officeDocument/2006/relationships/notesSlide" Target="/ppt/notesSlides/notesSlide3.xml" Id="R1de77ec7f9574b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e2a4806184b07" /><Relationship Type="http://schemas.openxmlformats.org/officeDocument/2006/relationships/image" Target="/ppt/media/image.png" Id="Red34dd01c34b4c55" /><Relationship Type="http://schemas.openxmlformats.org/officeDocument/2006/relationships/image" Target="/ppt/media/image.jpeg" Id="Rf67ce38229634bc4" /><Relationship Type="http://schemas.openxmlformats.org/officeDocument/2006/relationships/notesSlide" Target="/ppt/notesSlides/notesSlide4.xml" Id="R5a31d3d1e1044c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901e5f30554252" /><Relationship Type="http://schemas.openxmlformats.org/officeDocument/2006/relationships/image" Target="/ppt/media/image2.png" Id="R4ff0821c4f864c15" /><Relationship Type="http://schemas.openxmlformats.org/officeDocument/2006/relationships/image" Target="/ppt/media/image2.jpeg" Id="R432d7812268b4c7f" /><Relationship Type="http://schemas.openxmlformats.org/officeDocument/2006/relationships/notesSlide" Target="/ppt/notesSlides/notesSlide5.xml" Id="R96856e5d2434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f1e39060248eb" /><Relationship Type="http://schemas.openxmlformats.org/officeDocument/2006/relationships/image" Target="/ppt/media/image3.png" Id="R2bb1a8e2613445ae" /><Relationship Type="http://schemas.openxmlformats.org/officeDocument/2006/relationships/notesSlide" Target="/ppt/notesSlides/notesSlide6.xml" Id="R54a367c9c99746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04f38e78b4bb3" /><Relationship Type="http://schemas.openxmlformats.org/officeDocument/2006/relationships/notesSlide" Target="/ppt/notesSlides/notesSlide7.xml" Id="R5232a82ff6ee44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683f38768b45be" /><Relationship Type="http://schemas.openxmlformats.org/officeDocument/2006/relationships/notesSlide" Target="/ppt/notesSlides/notesSlide8.xml" Id="Rb01c24b840bc40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59bf771de48fb" /><Relationship Type="http://schemas.openxmlformats.org/officeDocument/2006/relationships/notesSlide" Target="/ppt/notesSlides/notesSlide9.xml" Id="R180453c743824af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ea53d6ab674f40" /><Relationship Type="http://schemas.openxmlformats.org/officeDocument/2006/relationships/notesSlide" Target="/ppt/notesSlides/notesSlide10.xml" Id="R0e38d7e1527f4c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F2ED1-1553-49DC-88EB-78BD10CB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智接 WireMind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C2365-FA74-4FE1-B7DF-03F97208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E8F7B-40DC-4221-A6A2-3217B995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5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电气装配辅助复核智能体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7CB3F-8440-4F49-9EBA-9FFB171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19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标准照片对照，定位值得核查的变化</a:t>
            </a:r>
          </a:p>
          <a:p xmlns:a="http://schemas.openxmlformats.org/drawingml/2006/main">
            <a:pPr>
              <a:defRPr sz="23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逐框复核与报告记录保留证据来源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0A1F7-978A-45A5-AFC6-AA9FCA49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人工智能及应用大类  /  智能体应用赛道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D621F-4170-4BB1-942F-D1B1F9A8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学校：________   队长：________   指导教师：________</a:t>
            </a:r>
          </a:p>
        </p:txBody>
      </p:sp>
    </p:spTree>
    <p:extLst>
      <p:ext uri="{BB962C8B-B14F-4D97-AF65-F5344CB8AC3E}">
        <p14:creationId xmlns:p14="http://schemas.microsoft.com/office/powerpoint/2010/main" val="2070806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5AEDD-95BB-4FB2-AD4B-6F666CA3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电气装配照片复核场景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58267-FD44-4F78-A21C-E606115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A3711-14DE-4143-B789-019E05A8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局部变化定位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EB561-402E-4E6C-8076-053C8295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对照标准照片与待检照片。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结合局部特征和可见线材证据，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把检查范围定位到具体区域。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814EF-2103-4F9C-86B3-A1E9AC0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有依据的复核记录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1959D-49BB-4B43-B587-D0266CA2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2412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候选对应原图，便于逐项核查。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人工确认保留来源，</a:t>
            </a:r>
          </a:p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复检任务关联后续照片与报告。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CAA02-5E3B-4758-93D7-77076A4A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面向已有参考照片的机柜装配和设备维护</a:t>
            </a:r>
          </a:p>
        </p:txBody>
      </p:sp>
    </p:spTree>
    <p:extLst>
      <p:ext uri="{BB962C8B-B14F-4D97-AF65-F5344CB8AC3E}">
        <p14:creationId xmlns:p14="http://schemas.microsoft.com/office/powerpoint/2010/main" val="1237649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486BE-5104-4B4F-84AA-C8AAEDBD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本地检测与复核流程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DE41C-73F9-4DCB-AD6F-B5652A9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98787-14BB-4B27-92CD-376DC9B2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54383-EFF5-4D2F-BA5B-559D80E3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01 照片输入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5EA0A-D79E-4589-9F93-70060EDD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574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标准图 / 待检图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68D50-0D85-4B7F-B65C-B74634FE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76500"/>
            <a:ext cx="2286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18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8F3C0-A516-49AD-92E7-A20AE690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BC97B-3CA2-44C9-93FB-FC89A0AC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02 图像对齐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E54CC-607D-43D3-9EF3-97255B39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574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配准 / 有效区域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A7633-EC24-4AF3-9F8F-381D4E9D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76500"/>
            <a:ext cx="2286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1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762C7-A26C-40C4-88DF-A6048809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574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F6CB7-F892-4D08-A513-25808D77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479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03 变化定位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E5626-70A1-4E4C-AC4A-C471513D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574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DINO / SAM融合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5C83B-56F5-4BE0-85AA-03FEBB13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76500"/>
            <a:ext cx="2286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18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C892D-B007-4003-B5BF-EA82DCC0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574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9F88A-971A-4D9D-8727-B0F0345B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479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04 逐项复核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100F8-56F6-4ACF-B027-5BE0A65A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574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人工 / 可选云端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2E40D-ECDD-4B0E-BDB9-17EC055A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2286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18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9B2DC-DA7E-4245-B558-619DFA46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574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BF3C95-DC01-435F-8D0D-B1896551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479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05 报告复检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2564F-BC28-4853-B627-D6D3995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5747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保存 / 任务关联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5AC7D-82FD-44A5-BAE2-220DB59F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视觉工具负责定位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EA962-2394-4893-9DAD-062CA1DC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原图、掩膜和候选共同提供</a:t>
            </a:r>
          </a:p>
          <a:p xmlns:a="http://schemas.openxmlformats.org/drawingml/2006/main">
            <a:pPr>
              <a:def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可回看的局部证据。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54C59C-CAA5-4490-A9E6-6BECC2C6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操作者负责确认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307185-0DF4-4B4B-A0DF-F5860539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3867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结合现场信息记录结论，</a:t>
            </a:r>
          </a:p>
          <a:p xmlns:a="http://schemas.openxmlformats.org/drawingml/2006/main">
            <a:pPr>
              <a:def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保留补证及复检来源。</a:t>
            </a:r>
          </a:p>
        </p:txBody>
      </p:sp>
    </p:spTree>
    <p:extLst>
      <p:ext uri="{BB962C8B-B14F-4D97-AF65-F5344CB8AC3E}">
        <p14:creationId xmlns:p14="http://schemas.microsoft.com/office/powerpoint/2010/main" val="1755152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3CD21-D9BA-47FC-AB3E-7AC29669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机柜2：候选对应原图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6698A-72E6-411C-A5FE-769CE520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572E6-ADF5-4D9B-818F-A5F31F61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参考照片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B16-9C79-46DF-B67C-CF7113AB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融合候选叠图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3A930-2A5E-424C-A9C6-9EC0D2C6DE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4dd01c34b4c55"/>
          <a:stretch xmlns:a="http://schemas.openxmlformats.org/drawingml/2006/main"/>
        </p:blipFill>
        <p:spPr>
          <a:xfrm xmlns:a="http://schemas.openxmlformats.org/drawingml/2006/main">
            <a:off x="1181349" y="1933575"/>
            <a:ext cx="3866653" cy="34766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82ED1-CDDF-45CF-9436-D0187694BA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ce38229634bc4"/>
          <a:stretch xmlns:a="http://schemas.openxmlformats.org/drawingml/2006/main"/>
        </p:blipFill>
        <p:spPr>
          <a:xfrm xmlns:a="http://schemas.openxmlformats.org/drawingml/2006/main">
            <a:off x="6858249" y="1933575"/>
            <a:ext cx="3866653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8111E-16B5-4376-B97F-EA2E2DF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2个待复核区域    完整推理828.72秒    生成变体测试</a:t>
            </a:r>
          </a:p>
        </p:txBody>
      </p:sp>
    </p:spTree>
    <p:extLst>
      <p:ext uri="{BB962C8B-B14F-4D97-AF65-F5344CB8AC3E}">
        <p14:creationId xmlns:p14="http://schemas.microsoft.com/office/powerpoint/2010/main" val="292843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990CA-D87C-4238-90B0-CCD98979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机柜4：同图与视角变化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4C616-14F0-431B-86EA-1450A6A4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19AD5-485C-4425-B281-CD9A622E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参考照片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646EC-8683-447C-A783-BB1B9440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954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换角度后的融合候选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728EE-7600-4277-9F97-DAD4BA64C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0821c4f864c15"/>
          <a:stretch xmlns:a="http://schemas.openxmlformats.org/drawingml/2006/main"/>
        </p:blipFill>
        <p:spPr>
          <a:xfrm xmlns:a="http://schemas.openxmlformats.org/drawingml/2006/main">
            <a:off x="685800" y="2070629"/>
            <a:ext cx="4857750" cy="3202517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113B8-2237-40C0-A635-99B37C30EE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7812268b4c7f"/>
          <a:stretch xmlns:a="http://schemas.openxmlformats.org/drawingml/2006/main"/>
        </p:blipFill>
        <p:spPr>
          <a:xfrm xmlns:a="http://schemas.openxmlformats.org/drawingml/2006/main">
            <a:off x="6362700" y="2070629"/>
            <a:ext cx="4857750" cy="320251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9712A-CE15-426E-858A-D711DDF3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同图控制0候选    right1输出3候选    完整推理1221.67秒</a:t>
            </a:r>
          </a:p>
        </p:txBody>
      </p:sp>
    </p:spTree>
    <p:extLst>
      <p:ext uri="{BB962C8B-B14F-4D97-AF65-F5344CB8AC3E}">
        <p14:creationId xmlns:p14="http://schemas.microsoft.com/office/powerpoint/2010/main" val="7454931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D31D9-84CD-4339-A754-D4E9E92C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连接关系补证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26890-6C1E-41B2-A773-DBAB093D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15685-0E99-42C6-883C-BE5FF6E3F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1a8e2613445ae"/>
          <a:stretch xmlns:a="http://schemas.openxmlformats.org/drawingml/2006/main"/>
        </p:blipFill>
        <p:spPr>
          <a:xfrm xmlns:a="http://schemas.openxmlformats.org/drawingml/2006/main">
            <a:off x="1477751" y="1476375"/>
            <a:ext cx="2892848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6E4D9-A302-4A71-B329-B31D236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38325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端点身份与同线束关系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A2F26-D995-4A59-8F30-CED5CD2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67000"/>
            <a:ext cx="54768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框选端点并填写身份声明。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模型观察与人工确认分别记录。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下载报告绑定参考照片。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独立模块保留历史证据来源。</a:t>
            </a:r>
          </a:p>
        </p:txBody>
      </p:sp>
    </p:spTree>
    <p:extLst>
      <p:ext uri="{BB962C8B-B14F-4D97-AF65-F5344CB8AC3E}">
        <p14:creationId xmlns:p14="http://schemas.microsoft.com/office/powerpoint/2010/main" val="18023374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E7C53-04E7-48D1-BCB1-E1C3330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可控思考与逐框分级复核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9B000-B0D8-4121-B899-7962807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4BA19-89D7-4A51-8C9B-6900210A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3257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75279-8084-4C91-9D46-9597D4A5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授权局部输入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B876E-27F5-4D95-B17E-4AF1CC59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纯掩膜 / 脱敏局部图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C662D-BDF2-4C2B-99D3-383E50CF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09775"/>
            <a:ext cx="2286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18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51F2C-FC15-4D7B-86AD-E5EC9F98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71625"/>
            <a:ext cx="3257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AC2F0-9605-425B-86DC-4E2F1FD3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621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逐框判断建议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0F9B1-8177-44FF-90BA-B79413EA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观察 / 问题 / 等级建议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85712-27C7-4CE9-8BFD-CD12E9C9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22860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618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D331E-7C44-4834-86ED-605D325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71625"/>
            <a:ext cx="3257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D8E2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DF221-3AB0-4AF7-9800-79673D7E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本地证据核验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B5BEB-8DC9-465E-9261-A034A46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输入绑定 / 最多调整一级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834AF-4B1E-442C-A214-8D57D4B0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真实轻量思考示例：20.75秒返回，两处可见线材变化</a:t>
            </a:r>
          </a:p>
        </p:txBody>
      </p:sp>
      <p:graphicFrame>
        <p:nvGraphicFrame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9C8DD-C68E-48A2-8CFC-8D612B64075B}"/>
              </a:ext>
            </a:extLst>
          </p:cNvPr>
          <p:cNvGraphicFramePr/>
          <p:nvPr/>
        </p:nvGraphicFramePr>
        <p:xfrm>
          <a:off xmlns:a="http://schemas.openxmlformats.org/drawingml/2006/main" x="685800" y="3505200"/>
          <a:ext xmlns:a="http://schemas.openxmlformats.org/drawingml/2006/main" cx="1080135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86100"/>
                <a:gridCol w="2571750"/>
                <a:gridCol w="2571750"/>
                <a:gridCol w="2571750"/>
              </a:tblGrid>
              <a:tr h="5334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可见观察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模型建议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当前等级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candidate_001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浅色弧形导线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优先复核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candidate_002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黄绿线及金属环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high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6E58F-5C89-4CA2-A045-F1A69766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四档思考按需选择 · 密钥本机记忆 · 原始候选完整保留</a:t>
            </a:r>
          </a:p>
        </p:txBody>
      </p:sp>
    </p:spTree>
    <p:extLst>
      <p:ext uri="{BB962C8B-B14F-4D97-AF65-F5344CB8AC3E}">
        <p14:creationId xmlns:p14="http://schemas.microsoft.com/office/powerpoint/2010/main" val="19299600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2CD5F-35A8-4921-A244-E4579027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测试记录与评价口径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9F6C5-076A-42B5-A6AB-07AE7A0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F7D38-9BEA-4C90-8741-6C519F83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6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6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102CC-D02B-437A-82ED-480FE72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例原图完整推理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B0F1B-613F-49C2-BBDB-4870747A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参考与待检SAM均重新运行。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覆盖生成变体、同图控制、换角度</a:t>
            </a:r>
          </a:p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及Mendeley单机箱开发素材。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9D237-591C-4A6A-9369-F5E42CC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30例历史证据回放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24822-7545-44C7-B725-0E8340376193}"/>
              </a:ext>
            </a:extLst>
          </p:cNvPr>
          <p:cNvGraphicFramePr/>
          <p:nvPr/>
        </p:nvGraphicFramePr>
        <p:xfrm>
          <a:off xmlns:a="http://schemas.openxmlformats.org/drawingml/2006/main" x="6572250" y="2447925"/>
          <a:ext xmlns:a="http://schemas.openxmlformats.org/drawingml/2006/main" cx="489585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1524000"/>
              </a:tblGrid>
              <a:tr h="5905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可见关系状态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例数</a:t>
                      </a:r>
                    </a:p>
                  </a:txBody>
                  <a:tcPr marL="91440" marR="91440" marT="45720" marB="45720">
                    <a:solidFill>
                      <a:srgbClr val="15344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一致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保留未知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37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DE532-1D08-4A1B-8C7D-F3856156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4895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历史回放与原图新推理分别评价</a:t>
            </a:r>
          </a:p>
        </p:txBody>
      </p:sp>
    </p:spTree>
    <p:extLst>
      <p:ext uri="{BB962C8B-B14F-4D97-AF65-F5344CB8AC3E}">
        <p14:creationId xmlns:p14="http://schemas.microsoft.com/office/powerpoint/2010/main" val="483687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449FD-EC52-450A-ABE0-507C626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作品创新与应用价值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B0864-CD16-4795-9B90-26199B7C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CF5C9-31CB-4899-9475-EBA9284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A7F00-98E8-4AAB-A439-9385302A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573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多模型协同定位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2D510-6297-4D6E-9AB8-50B613EA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8592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配准、DINO特征与SAM线材证据融合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90D5D-9899-40E2-8A7E-021746F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32AEF-543E-469C-893A-D328661F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连接补证闭环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B1A49-81A4-4683-870E-D2846C5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端点声明、可见关系核查与定点补拍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0B4F0-01E2-4DCF-8506-9C58EDA4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D34C6-54DC-49A8-AF9D-1320974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314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双路径隐私输入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44EA0-128D-496C-802D-8F50E691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4327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纯掩膜 / 逐框脱敏照片，预览后授权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BD158-2300-44CA-90F7-FE1EF799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1C45A-BAE6-4FEF-8BF6-1810A2B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14337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可控推理与分级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CF2ED-8217-4134-9E67-3747778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思考强度可调，等级建议由本地证据审核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DA2D4-CAD0-4232-ACF5-214EE8D0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8C44D-7123-46AD-8FD5-C9F830EC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720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全过程证据追溯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B2B30-2CEB-4F38-9309-5A84AB28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0062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原图绑定、人工确认和复检任务关联</a:t>
            </a:r>
          </a:p>
        </p:txBody>
      </p:sp>
    </p:spTree>
    <p:extLst>
      <p:ext uri="{BB962C8B-B14F-4D97-AF65-F5344CB8AC3E}">
        <p14:creationId xmlns:p14="http://schemas.microsoft.com/office/powerpoint/2010/main" val="16424870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F6269-2B50-4A88-8CCB-0D6D0568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演示与交付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7273B-A13C-4A06-946B-B1D04D6D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8AB19-592F-491E-8B70-ABE9EE5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344F"/>
                </a:solidFill>
                <a:latin typeface="Microsoft YaHei"/>
                <a:ea typeface="Microsoft YaHei"/>
                <a:cs typeface="Microsoft YaHei"/>
              </a:rPr>
              <a:t>一套作品，分层展示可核查成果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6617E-0993-46ED-B517-FC8E0FB6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正式视觉入口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27889-BF91-4C0D-A8A9-9891B9CB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照片对照、掩膜融合与候选报告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2E71C-435E-472A-8212-77A8A8A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连接补证页面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239C8-4919-4B35-B277-EF49ADBB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端点声明、关系核查与报告下载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50689-A920-472F-874C-5E9262F8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86187"/>
                </a:solidFill>
                <a:latin typeface="Microsoft YaHei"/>
                <a:ea typeface="Microsoft YaHei"/>
                <a:cs typeface="Microsoft YaHei"/>
              </a:rPr>
              <a:t>云端协同入口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45A68-4227-4D37-BDB3-0AAD0DBD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53747"/>
                </a:solidFill>
                <a:latin typeface="Microsoft YaHei"/>
                <a:ea typeface="Microsoft YaHei"/>
                <a:cs typeface="Microsoft YaHei"/>
              </a:rPr>
              <a:t>脱敏输入、可调思考与逐框分级依据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F6BCC-352F-47D7-B681-CFB84151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00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785"/>
                </a:solidFill>
                <a:latin typeface="Microsoft YaHei"/>
                <a:ea typeface="Microsoft YaHei"/>
                <a:cs typeface="Microsoft YaHei"/>
              </a:rPr>
              <a:t>团队成员及分工：________________________________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362201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2026-10-09T02:54:37.4130000Z</dcterms:created>
  <dcterms:modified xsi:type="dcterms:W3CDTF">2026-10-09T02:54:37.4130000Z</dcterms:modified>
</coreProperties>
</file>